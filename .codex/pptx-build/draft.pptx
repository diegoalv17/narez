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271f86bf4c4712" /><Relationship Type="http://schemas.openxmlformats.org/officeDocument/2006/relationships/extended-properties" Target="/docProps/app.xml" Id="Rf6d1c74dd5ec42b6" /><Relationship Type="http://schemas.openxmlformats.org/officeDocument/2006/relationships/officeDocument" Target="/ppt/presentation.xml" Id="R6e432e46b7e242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acda12c6144612"/>
  </p:sldMasterIdLst>
  <p:notesMasterIdLst>
    <p:notesMasterId xmlns:r="http://schemas.openxmlformats.org/officeDocument/2006/relationships" r:id="Rd36ddd5bbf5d4b6d"/>
  </p:notesMasterIdLst>
  <p:sldIdLst>
    <p:sldId xmlns:r="http://schemas.openxmlformats.org/officeDocument/2006/relationships" id="256" r:id="R57599f3e310d419b"/>
    <p:sldId xmlns:r="http://schemas.openxmlformats.org/officeDocument/2006/relationships" id="257" r:id="R4f0549ae99fc4417"/>
    <p:sldId xmlns:r="http://schemas.openxmlformats.org/officeDocument/2006/relationships" id="258" r:id="R0dc09aa83b264b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61d03cfbcb4891" /><Relationship Type="http://schemas.openxmlformats.org/officeDocument/2006/relationships/slideMaster" Target="/ppt/slideMasters/slideMaster1.xml" Id="R7aacda12c6144612" /><Relationship Type="http://schemas.openxmlformats.org/officeDocument/2006/relationships/notesMaster" Target="/ppt/notesMasters/notesMaster1.xml" Id="Rd36ddd5bbf5d4b6d" /><Relationship Type="http://schemas.openxmlformats.org/officeDocument/2006/relationships/presProps" Target="/ppt/presProps.xml" Id="R5f55322eb08b4d2e" /><Relationship Type="http://schemas.openxmlformats.org/officeDocument/2006/relationships/tableStyles" Target="/ppt/tableStyles.xml" Id="R4c880fc26aba4ad2" /><Relationship Type="http://schemas.openxmlformats.org/officeDocument/2006/relationships/slide" Target="/ppt/slides/slide1.xml" Id="R57599f3e310d419b" /><Relationship Type="http://schemas.openxmlformats.org/officeDocument/2006/relationships/slide" Target="/ppt/slides/slide2.xml" Id="R4f0549ae99fc4417" /><Relationship Type="http://schemas.openxmlformats.org/officeDocument/2006/relationships/slide" Target="/ppt/slides/slide3.xml" Id="R0dc09aa83b264b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49c471d87a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a406760164900" /><Relationship Type="http://schemas.openxmlformats.org/officeDocument/2006/relationships/notesMaster" Target="/ppt/notesMasters/notesMaster1.xml" Id="R3859dfb74b6d45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f1f0d15cf54f17" /><Relationship Type="http://schemas.openxmlformats.org/officeDocument/2006/relationships/notesMaster" Target="/ppt/notesMasters/notesMaster1.xml" Id="Rcdd98e8c54af4e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2a986e51004404" /><Relationship Type="http://schemas.openxmlformats.org/officeDocument/2006/relationships/notesMaster" Target="/ppt/notesMasters/notesMaster1.xml" Id="Re3c2b9cd4b0249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3b9b9beff41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83afb17044a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8a264f2754f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e05dd32824e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7cc49b3ca44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d1c5510df4e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546CD2-DEAA-4F41-94AD-AAFC14360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E6B816-8867-4717-80F5-6B8D7A6A7A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3E4583-93C9-44F7-AA50-AF43CBFCA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D5925F-BEDD-42DB-918E-53A23581A5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90D3E5-548B-4B8C-841D-39022B587F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72B8E2-859D-45AB-ABF9-7FD69C4918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72DF15-C341-4C2A-8D29-86B74D1A21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C046B6-6A32-4500-8E3E-E09D1DCFC0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2DC906-FA58-4629-AA54-DADF539437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82E1ED-4A00-4195-9211-618F0755D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26d4504e7474e" /><Relationship Type="http://schemas.openxmlformats.org/officeDocument/2006/relationships/slideLayout" Target="/ppt/slideLayouts/slideLayout1.xml" Id="R1e997b9030c84998" /><Relationship Type="http://schemas.openxmlformats.org/officeDocument/2006/relationships/slideLayout" Target="/ppt/slideLayouts/slideLayout2.xml" Id="Raaf70a7804e44aa8" /><Relationship Type="http://schemas.openxmlformats.org/officeDocument/2006/relationships/slideLayout" Target="/ppt/slideLayouts/slideLayout3.xml" Id="R348c34e3372a41f5" /><Relationship Type="http://schemas.openxmlformats.org/officeDocument/2006/relationships/slideLayout" Target="/ppt/slideLayouts/slideLayout4.xml" Id="R633c177b58ff4cbb" /><Relationship Type="http://schemas.openxmlformats.org/officeDocument/2006/relationships/slideLayout" Target="/ppt/slideLayouts/slideLayout5.xml" Id="R188b9e6c08b845d4" /><Relationship Type="http://schemas.openxmlformats.org/officeDocument/2006/relationships/slideLayout" Target="/ppt/slideLayouts/slideLayout6.xml" Id="R736ba6eab9464f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997b9030c84998"/>
    <p:sldLayoutId xmlns:r="http://schemas.openxmlformats.org/officeDocument/2006/relationships" id="2147483650" r:id="Raaf70a7804e44aa8"/>
    <p:sldLayoutId xmlns:r="http://schemas.openxmlformats.org/officeDocument/2006/relationships" id="2147483651" r:id="R348c34e3372a41f5"/>
    <p:sldLayoutId xmlns:r="http://schemas.openxmlformats.org/officeDocument/2006/relationships" id="2147483652" r:id="R633c177b58ff4cbb"/>
    <p:sldLayoutId xmlns:r="http://schemas.openxmlformats.org/officeDocument/2006/relationships" id="2147483653" r:id="R188b9e6c08b845d4"/>
    <p:sldLayoutId xmlns:r="http://schemas.openxmlformats.org/officeDocument/2006/relationships" id="2147483654" r:id="R736ba6eab9464f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f90a2d110d4bb0" /><Relationship Type="http://schemas.openxmlformats.org/officeDocument/2006/relationships/image" Target="/ppt/media/image.png" Id="Re8a5963a4dd8429f" /><Relationship Type="http://schemas.openxmlformats.org/officeDocument/2006/relationships/image" Target="/ppt/media/image.svg" Id="R46712ddba02145e2" /><Relationship Type="http://schemas.openxmlformats.org/officeDocument/2006/relationships/image" Target="/ppt/media/image2.png" Id="R466b686fa2c0444e" /><Relationship Type="http://schemas.openxmlformats.org/officeDocument/2006/relationships/image" Target="/ppt/media/image2.svg" Id="Rc80f296d44de4406" /><Relationship Type="http://schemas.openxmlformats.org/officeDocument/2006/relationships/notesSlide" Target="/ppt/notesSlides/notesSlide1.xml" Id="R9b47125968024f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e4aafd27240f5" /><Relationship Type="http://schemas.openxmlformats.org/officeDocument/2006/relationships/image" Target="/ppt/media/image3.png" Id="Rbe8c40542ae24103" /><Relationship Type="http://schemas.openxmlformats.org/officeDocument/2006/relationships/image" Target="/ppt/media/image3.svg" Id="R29b17dcc211049f5" /><Relationship Type="http://schemas.openxmlformats.org/officeDocument/2006/relationships/image" Target="/ppt/media/image4.png" Id="Rba7c349bef934b08" /><Relationship Type="http://schemas.openxmlformats.org/officeDocument/2006/relationships/image" Target="/ppt/media/image4.svg" Id="Ra44681d7d0cc442c" /><Relationship Type="http://schemas.openxmlformats.org/officeDocument/2006/relationships/notesSlide" Target="/ppt/notesSlides/notesSlide2.xml" Id="Rbdb91c400d2845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c22fb8d694e90" /><Relationship Type="http://schemas.openxmlformats.org/officeDocument/2006/relationships/image" Target="/ppt/media/image5.png" Id="R61976e9f858a4cec" /><Relationship Type="http://schemas.openxmlformats.org/officeDocument/2006/relationships/image" Target="/ppt/media/image5.svg" Id="R83eccbdb3a8d4343" /><Relationship Type="http://schemas.openxmlformats.org/officeDocument/2006/relationships/image" Target="/ppt/media/image6.png" Id="Reea4ba045e2c4222" /><Relationship Type="http://schemas.openxmlformats.org/officeDocument/2006/relationships/image" Target="/ppt/media/image6.svg" Id="R90d052d39c554b6e" /><Relationship Type="http://schemas.openxmlformats.org/officeDocument/2006/relationships/notesSlide" Target="/ppt/notesSlides/notesSlide3.xml" Id="R53d4b9acc4fb41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EC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kicker">
            <a:extLst xmlns:a="http://schemas.openxmlformats.org/drawingml/2006/main">
              <a:ext uri="{FF2B5EF4-FFF2-40B4-BE49-F238E27FC236}">
                <a16:creationId xmlns:a16="http://schemas.microsoft.com/office/drawing/2014/main" id="{0C5951B4-AFFF-4A9F-B1BC-30C4F027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6578"/>
                </a:solidFill>
                <a:latin typeface="Arial"/>
                <a:ea typeface="Arial"/>
                <a:cs typeface="Arial"/>
              </a:rPr>
              <a:t>NAREZ  /  TARJETAS DE CONTACTO</a:t>
            </a:r>
          </a:p>
        </p:txBody>
      </p:sp>
      <p:sp>
        <p:nvSpPr>
          <p:cNvPr id="2" name="option-index">
            <a:extLst xmlns:a="http://schemas.openxmlformats.org/drawingml/2006/main">
              <a:ext uri="{FF2B5EF4-FFF2-40B4-BE49-F238E27FC236}">
                <a16:creationId xmlns:a16="http://schemas.microsoft.com/office/drawing/2014/main" id="{A3B7149A-46B2-4988-9C5C-FBAF4EC6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178"/>
                </a:solidFill>
                <a:latin typeface="Arial"/>
                <a:ea typeface="Arial"/>
                <a:cs typeface="Arial"/>
              </a:rPr>
              <a:t>01  /  03</a:t>
            </a:r>
          </a:p>
        </p:txBody>
      </p:sp>
      <p:sp>
        <p:nvSpPr>
          <p:cNvPr id="3" name="option-title">
            <a:extLst xmlns:a="http://schemas.openxmlformats.org/drawingml/2006/main">
              <a:ext uri="{FF2B5EF4-FFF2-40B4-BE49-F238E27FC236}">
                <a16:creationId xmlns:a16="http://schemas.microsoft.com/office/drawing/2014/main" id="{11864D7D-36C0-44A4-9D6B-50E9D134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Noche</a:t>
            </a:r>
          </a:p>
        </p:txBody>
      </p:sp>
      <p:sp>
        <p:nvSpPr>
          <p:cNvPr id="4" name="option-description">
            <a:extLst xmlns:a="http://schemas.openxmlformats.org/drawingml/2006/main">
              <a:ext uri="{FF2B5EF4-FFF2-40B4-BE49-F238E27FC236}">
                <a16:creationId xmlns:a16="http://schemas.microsoft.com/office/drawing/2014/main" id="{84A715B6-E237-4B73-B56E-0D732FA5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178"/>
                </a:solidFill>
                <a:latin typeface="Arial"/>
                <a:ea typeface="Arial"/>
                <a:cs typeface="Arial"/>
              </a:rPr>
              <a:t>Contraste sobrio con una cara negra y un reverso claro.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DCC1442-F3C5-48B7-BF47-F51CB9F5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ront-label">
            <a:extLst xmlns:a="http://schemas.openxmlformats.org/drawingml/2006/main">
              <a:ext uri="{FF2B5EF4-FFF2-40B4-BE49-F238E27FC236}">
                <a16:creationId xmlns:a16="http://schemas.microsoft.com/office/drawing/2014/main" id="{05F8F605-F638-4D2D-8AB5-CBB4166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178"/>
                </a:solidFill>
                <a:latin typeface="Arial"/>
                <a:ea typeface="Arial"/>
                <a:cs typeface="Arial"/>
              </a:rPr>
              <a:t>FRENTE</a:t>
            </a:r>
          </a:p>
        </p:txBody>
      </p:sp>
      <p:sp>
        <p:nvSpPr>
          <p:cNvPr id="7" name="back-label">
            <a:extLst xmlns:a="http://schemas.openxmlformats.org/drawingml/2006/main">
              <a:ext uri="{FF2B5EF4-FFF2-40B4-BE49-F238E27FC236}">
                <a16:creationId xmlns:a16="http://schemas.microsoft.com/office/drawing/2014/main" id="{DCE29331-115F-466D-A42F-E94740C8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178"/>
                </a:solidFill>
                <a:latin typeface="Arial"/>
                <a:ea typeface="Arial"/>
                <a:cs typeface="Arial"/>
              </a:rPr>
              <a:t>REVERSO</a:t>
            </a:r>
          </a:p>
        </p:txBody>
      </p:sp>
      <p:sp>
        <p:nvSpPr>
          <p:cNvPr id="8" name="front-card-night">
            <a:extLst xmlns:a="http://schemas.openxmlformats.org/drawingml/2006/main">
              <a:ext uri="{FF2B5EF4-FFF2-40B4-BE49-F238E27FC236}">
                <a16:creationId xmlns:a16="http://schemas.microsoft.com/office/drawing/2014/main" id="{106E916A-809B-4507-A5E5-D7978DB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781300"/>
          </a:xfrm>
          <a:prstGeom xmlns:a="http://schemas.openxmlformats.org/drawingml/2006/main" prst="roundRect">
            <a:avLst>
              <a:gd name="adj" fmla="val 4452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night-orbit-upper">
            <a:extLst xmlns:a="http://schemas.openxmlformats.org/drawingml/2006/main">
              <a:ext uri="{FF2B5EF4-FFF2-40B4-BE49-F238E27FC236}">
                <a16:creationId xmlns:a16="http://schemas.microsoft.com/office/drawing/2014/main" id="{6758AB2F-0EDB-4F73-8841-5293E1FD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781300"/>
          </a:xfrm>
          <a:custGeom xmlns:a="http://schemas.openxmlformats.org/drawingml/2006/main">
            <a:pathLst>
              <a:path w="4953000" h="2781300">
                <a:moveTo>
                  <a:pt x="0" y="266700"/>
                </a:moveTo>
                <a:cubicBezTo>
                  <a:pt x="876300" y="133350"/>
                  <a:pt x="1866900" y="180975"/>
                  <a:pt x="2686050" y="495300"/>
                </a:cubicBezTo>
                <a:cubicBezTo>
                  <a:pt x="3543300" y="819150"/>
                  <a:pt x="4267200" y="1323975"/>
                  <a:pt x="4953000" y="16573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496578"/>
            </a:solidFill>
            <a:prstDash val="solid"/>
          </a:ln>
        </p:spPr>
      </p:sp>
      <p:sp>
        <p:nvSpPr>
          <p:cNvPr id="10" name="night-orbit-lower">
            <a:extLst xmlns:a="http://schemas.openxmlformats.org/drawingml/2006/main">
              <a:ext uri="{FF2B5EF4-FFF2-40B4-BE49-F238E27FC236}">
                <a16:creationId xmlns:a16="http://schemas.microsoft.com/office/drawing/2014/main" id="{FFE1BD23-7FFD-4C39-9C53-566B22DB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781300"/>
          </a:xfrm>
          <a:custGeom xmlns:a="http://schemas.openxmlformats.org/drawingml/2006/main">
            <a:pathLst>
              <a:path w="4953000" h="2781300">
                <a:moveTo>
                  <a:pt x="114300" y="2514600"/>
                </a:moveTo>
                <a:cubicBezTo>
                  <a:pt x="1200150" y="2200275"/>
                  <a:pt x="1952625" y="2124075"/>
                  <a:pt x="2952750" y="2257425"/>
                </a:cubicBezTo>
                <a:cubicBezTo>
                  <a:pt x="3714750" y="2362200"/>
                  <a:pt x="4267200" y="2600325"/>
                  <a:pt x="4953000" y="2695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496578"/>
            </a:solidFill>
            <a:prstDash val="solid"/>
          </a:ln>
        </p:spPr>
      </p:sp>
      <p:sp>
        <p:nvSpPr>
          <p:cNvPr id="11" name="night-orbit-node">
            <a:extLst xmlns:a="http://schemas.openxmlformats.org/drawingml/2006/main">
              <a:ext uri="{FF2B5EF4-FFF2-40B4-BE49-F238E27FC236}">
                <a16:creationId xmlns:a16="http://schemas.microsoft.com/office/drawing/2014/main" id="{07294336-CAD5-4C76-95B1-125903EB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857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57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43E7C-CDC4-4509-9E60-42798EC798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5963a4dd8429f">
            <a:extLst>
              <a:ext uri="{96DAC541-7B7A-43D3-8B79-37D633B846F1}">
                <asvg:svgBlip xmlns:asvg="http://schemas.microsoft.com/office/drawing/2016/SVG/main" r:embed="R46712ddba02145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3950" y="3267075"/>
            <a:ext cx="933450" cy="552450"/>
          </a:xfrm>
          <a:prstGeom xmlns:a="http://schemas.openxmlformats.org/drawingml/2006/main" prst="rect">
            <a:avLst/>
          </a:prstGeom>
        </p:spPr>
      </p:pic>
      <p:sp>
        <p:nvSpPr>
          <p:cNvPr id="13" name="narez-wordmark-front-night">
            <a:extLst xmlns:a="http://schemas.openxmlformats.org/drawingml/2006/main">
              <a:ext uri="{FF2B5EF4-FFF2-40B4-BE49-F238E27FC236}">
                <a16:creationId xmlns:a16="http://schemas.microsoft.com/office/drawing/2014/main" id="{2218FF6F-721B-474F-ADD5-0675CE6D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242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3"/>
                </a:solidFill>
                <a:latin typeface="Arial"/>
                <a:ea typeface="Arial"/>
                <a:cs typeface="Arial"/>
              </a:rPr>
              <a:t>NAREZ</a:t>
            </a:r>
          </a:p>
        </p:txBody>
      </p:sp>
      <p:sp>
        <p:nvSpPr>
          <p:cNvPr id="14" name="tagline-front-night">
            <a:extLst xmlns:a="http://schemas.openxmlformats.org/drawingml/2006/main">
              <a:ext uri="{FF2B5EF4-FFF2-40B4-BE49-F238E27FC236}">
                <a16:creationId xmlns:a16="http://schemas.microsoft.com/office/drawing/2014/main" id="{69BA43A5-4D7B-42F3-B350-46A549A6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909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9D0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0D4"/>
                </a:solidFill>
                <a:latin typeface="Arial"/>
                <a:ea typeface="Arial"/>
                <a:cs typeface="Arial"/>
              </a:rPr>
              <a:t>Soluciones digitales con IA</a:t>
            </a:r>
          </a:p>
        </p:txBody>
      </p:sp>
      <p:sp>
        <p:nvSpPr>
          <p:cNvPr id="15" name="back-card-night">
            <a:extLst xmlns:a="http://schemas.openxmlformats.org/drawingml/2006/main">
              <a:ext uri="{FF2B5EF4-FFF2-40B4-BE49-F238E27FC236}">
                <a16:creationId xmlns:a16="http://schemas.microsoft.com/office/drawing/2014/main" id="{0BAB96FD-2249-4624-8ED0-47364CD1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953000" cy="2781300"/>
          </a:xfrm>
          <a:prstGeom xmlns:a="http://schemas.openxmlformats.org/drawingml/2006/main" prst="roundRect">
            <a:avLst>
              <a:gd name="adj" fmla="val 4452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2C6D8-0F5A-49DF-B74C-02D078B517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b686fa2c0444e">
            <a:extLst>
              <a:ext uri="{96DAC541-7B7A-43D3-8B79-37D633B846F1}">
                <asvg:svgBlip xmlns:asvg="http://schemas.microsoft.com/office/drawing/2016/SVG/main" r:embed="Rc80f296d44de44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8950" y="2486025"/>
            <a:ext cx="514350" cy="304800"/>
          </a:xfrm>
          <a:prstGeom xmlns:a="http://schemas.openxmlformats.org/drawingml/2006/main" prst="rect">
            <a:avLst/>
          </a:prstGeom>
        </p:spPr>
      </p:pic>
      <p:sp>
        <p:nvSpPr>
          <p:cNvPr id="17" name="narez-wordmark-back">
            <a:extLst xmlns:a="http://schemas.openxmlformats.org/drawingml/2006/main">
              <a:ext uri="{FF2B5EF4-FFF2-40B4-BE49-F238E27FC236}">
                <a16:creationId xmlns:a16="http://schemas.microsoft.com/office/drawing/2014/main" id="{07618FF6-7089-4D48-9227-BEF7EBC6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95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NAREZ</a:t>
            </a:r>
          </a:p>
        </p:txBody>
      </p:sp>
      <p:sp>
        <p:nvSpPr>
          <p:cNvPr id="18" name="contact-rule">
            <a:extLst xmlns:a="http://schemas.openxmlformats.org/drawingml/2006/main">
              <a:ext uri="{FF2B5EF4-FFF2-40B4-BE49-F238E27FC236}">
                <a16:creationId xmlns:a16="http://schemas.microsoft.com/office/drawing/2014/main" id="{3302EF35-94D7-4245-AD72-509C6F7F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95600"/>
            <a:ext cx="441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ntact-label-0">
            <a:extLst xmlns:a="http://schemas.openxmlformats.org/drawingml/2006/main">
              <a:ext uri="{FF2B5EF4-FFF2-40B4-BE49-F238E27FC236}">
                <a16:creationId xmlns:a16="http://schemas.microsoft.com/office/drawing/2014/main" id="{29FACB17-2DBF-4193-8F88-2E5B3700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96578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20" name="contact-value-0">
            <a:extLst xmlns:a="http://schemas.openxmlformats.org/drawingml/2006/main">
              <a:ext uri="{FF2B5EF4-FFF2-40B4-BE49-F238E27FC236}">
                <a16:creationId xmlns:a16="http://schemas.microsoft.com/office/drawing/2014/main" id="{301FA5F2-422B-4F88-946C-8FD9F238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7182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narez.pe</a:t>
            </a:r>
          </a:p>
        </p:txBody>
      </p:sp>
      <p:sp>
        <p:nvSpPr>
          <p:cNvPr id="21" name="contact-label-1">
            <a:extLst xmlns:a="http://schemas.openxmlformats.org/drawingml/2006/main">
              <a:ext uri="{FF2B5EF4-FFF2-40B4-BE49-F238E27FC236}">
                <a16:creationId xmlns:a16="http://schemas.microsoft.com/office/drawing/2014/main" id="{1D3F90C2-1898-4E2A-9CA0-2077FD5C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96578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22" name="contact-value-1">
            <a:extLst xmlns:a="http://schemas.openxmlformats.org/drawingml/2006/main">
              <a:ext uri="{FF2B5EF4-FFF2-40B4-BE49-F238E27FC236}">
                <a16:creationId xmlns:a16="http://schemas.microsoft.com/office/drawing/2014/main" id="{CB9CDD11-C80B-46B4-9CC4-A60EE2C0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480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+51 907 896 723</a:t>
            </a:r>
          </a:p>
        </p:txBody>
      </p:sp>
      <p:sp>
        <p:nvSpPr>
          <p:cNvPr id="23" name="contact-label-2">
            <a:extLst xmlns:a="http://schemas.openxmlformats.org/drawingml/2006/main">
              <a:ext uri="{FF2B5EF4-FFF2-40B4-BE49-F238E27FC236}">
                <a16:creationId xmlns:a16="http://schemas.microsoft.com/office/drawing/2014/main" id="{DDFA2D8E-9932-4153-9024-327BDF73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338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96578"/>
                </a:solidFill>
                <a:latin typeface="Arial"/>
                <a:ea typeface="Arial"/>
                <a:cs typeface="Arial"/>
              </a:rPr>
              <a:t>INSTAGRAM</a:t>
            </a:r>
          </a:p>
        </p:txBody>
      </p:sp>
      <p:sp>
        <p:nvSpPr>
          <p:cNvPr id="24" name="contact-value-2">
            <a:extLst xmlns:a="http://schemas.openxmlformats.org/drawingml/2006/main">
              <a:ext uri="{FF2B5EF4-FFF2-40B4-BE49-F238E27FC236}">
                <a16:creationId xmlns:a16="http://schemas.microsoft.com/office/drawing/2014/main" id="{37491C31-B4C5-40C0-A287-D8EA3B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2432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@narez.pe</a:t>
            </a:r>
          </a:p>
        </p:txBody>
      </p:sp>
      <p:sp>
        <p:nvSpPr>
          <p:cNvPr id="25" name="tagline-back">
            <a:extLst xmlns:a="http://schemas.openxmlformats.org/drawingml/2006/main">
              <a:ext uri="{FF2B5EF4-FFF2-40B4-BE49-F238E27FC236}">
                <a16:creationId xmlns:a16="http://schemas.microsoft.com/office/drawing/2014/main" id="{3A99511B-3FD7-4FC1-9087-04E0907C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95825"/>
            <a:ext cx="441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178"/>
                </a:solidFill>
                <a:latin typeface="Arial"/>
                <a:ea typeface="Arial"/>
                <a:cs typeface="Arial"/>
              </a:rPr>
              <a:t>Soluciones digitales con IA</a:t>
            </a:r>
          </a:p>
        </p:txBody>
      </p:sp>
    </p:spTree>
    <p:extLst>
      <p:ext uri="{BB962C8B-B14F-4D97-AF65-F5344CB8AC3E}">
        <p14:creationId xmlns:p14="http://schemas.microsoft.com/office/powerpoint/2010/main" val="1075051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EC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kicker">
            <a:extLst xmlns:a="http://schemas.openxmlformats.org/drawingml/2006/main">
              <a:ext uri="{FF2B5EF4-FFF2-40B4-BE49-F238E27FC236}">
                <a16:creationId xmlns:a16="http://schemas.microsoft.com/office/drawing/2014/main" id="{11392C47-DCF0-4B22-B203-92483B3C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6578"/>
                </a:solidFill>
                <a:latin typeface="Arial"/>
                <a:ea typeface="Arial"/>
                <a:cs typeface="Arial"/>
              </a:rPr>
              <a:t>NAREZ  /  TARJETAS DE CONTACTO</a:t>
            </a:r>
          </a:p>
        </p:txBody>
      </p:sp>
      <p:sp>
        <p:nvSpPr>
          <p:cNvPr id="2" name="option-index">
            <a:extLst xmlns:a="http://schemas.openxmlformats.org/drawingml/2006/main">
              <a:ext uri="{FF2B5EF4-FFF2-40B4-BE49-F238E27FC236}">
                <a16:creationId xmlns:a16="http://schemas.microsoft.com/office/drawing/2014/main" id="{FED45BF4-E519-48C1-959D-37BD1F10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178"/>
                </a:solidFill>
                <a:latin typeface="Arial"/>
                <a:ea typeface="Arial"/>
                <a:cs typeface="Arial"/>
              </a:rPr>
              <a:t>02  /  03</a:t>
            </a:r>
          </a:p>
        </p:txBody>
      </p:sp>
      <p:sp>
        <p:nvSpPr>
          <p:cNvPr id="3" name="option-title">
            <a:extLst xmlns:a="http://schemas.openxmlformats.org/drawingml/2006/main">
              <a:ext uri="{FF2B5EF4-FFF2-40B4-BE49-F238E27FC236}">
                <a16:creationId xmlns:a16="http://schemas.microsoft.com/office/drawing/2014/main" id="{7B041C7B-225B-4ACC-BC86-AF484063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Papel</a:t>
            </a:r>
          </a:p>
        </p:txBody>
      </p:sp>
      <p:sp>
        <p:nvSpPr>
          <p:cNvPr id="4" name="option-description">
            <a:extLst xmlns:a="http://schemas.openxmlformats.org/drawingml/2006/main">
              <a:ext uri="{FF2B5EF4-FFF2-40B4-BE49-F238E27FC236}">
                <a16:creationId xmlns:a16="http://schemas.microsoft.com/office/drawing/2014/main" id="{B81206A4-E816-4A2F-8C9A-4EB83FF9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178"/>
                </a:solidFill>
                <a:latin typeface="Arial"/>
                <a:ea typeface="Arial"/>
                <a:cs typeface="Arial"/>
              </a:rPr>
              <a:t>Una cara clara y limpia, con el reverso oscuro para ordenar los datos.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D2017DF-C7D5-41F1-94CA-39377F8B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ront-label">
            <a:extLst xmlns:a="http://schemas.openxmlformats.org/drawingml/2006/main">
              <a:ext uri="{FF2B5EF4-FFF2-40B4-BE49-F238E27FC236}">
                <a16:creationId xmlns:a16="http://schemas.microsoft.com/office/drawing/2014/main" id="{D3D90182-47C8-4178-A79C-00758F52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178"/>
                </a:solidFill>
                <a:latin typeface="Arial"/>
                <a:ea typeface="Arial"/>
                <a:cs typeface="Arial"/>
              </a:rPr>
              <a:t>FRENTE</a:t>
            </a:r>
          </a:p>
        </p:txBody>
      </p:sp>
      <p:sp>
        <p:nvSpPr>
          <p:cNvPr id="7" name="back-label">
            <a:extLst xmlns:a="http://schemas.openxmlformats.org/drawingml/2006/main">
              <a:ext uri="{FF2B5EF4-FFF2-40B4-BE49-F238E27FC236}">
                <a16:creationId xmlns:a16="http://schemas.microsoft.com/office/drawing/2014/main" id="{79A5A986-A23E-4134-B162-BD670565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178"/>
                </a:solidFill>
                <a:latin typeface="Arial"/>
                <a:ea typeface="Arial"/>
                <a:cs typeface="Arial"/>
              </a:rPr>
              <a:t>REVERSO</a:t>
            </a:r>
          </a:p>
        </p:txBody>
      </p:sp>
      <p:sp>
        <p:nvSpPr>
          <p:cNvPr id="8" name="front-card-paper">
            <a:extLst xmlns:a="http://schemas.openxmlformats.org/drawingml/2006/main">
              <a:ext uri="{FF2B5EF4-FFF2-40B4-BE49-F238E27FC236}">
                <a16:creationId xmlns:a16="http://schemas.microsoft.com/office/drawing/2014/main" id="{7A36251C-E8D0-4E88-A7C9-37C2AF30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781300"/>
          </a:xfrm>
          <a:prstGeom xmlns:a="http://schemas.openxmlformats.org/drawingml/2006/main" prst="roundRect">
            <a:avLst>
              <a:gd name="adj" fmla="val 4452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paper-orbit-edge">
            <a:extLst xmlns:a="http://schemas.openxmlformats.org/drawingml/2006/main">
              <a:ext uri="{FF2B5EF4-FFF2-40B4-BE49-F238E27FC236}">
                <a16:creationId xmlns:a16="http://schemas.microsoft.com/office/drawing/2014/main" id="{4BB13280-B640-4677-9917-1462ECF7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781300"/>
          </a:xfrm>
          <a:custGeom xmlns:a="http://schemas.openxmlformats.org/drawingml/2006/main">
            <a:pathLst>
              <a:path w="4953000" h="2781300">
                <a:moveTo>
                  <a:pt x="4419600" y="0"/>
                </a:moveTo>
                <a:cubicBezTo>
                  <a:pt x="4324350" y="704850"/>
                  <a:pt x="4467225" y="1828800"/>
                  <a:pt x="4953000" y="2476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96578"/>
            </a:solidFill>
            <a:prstDash val="solid"/>
          </a:ln>
        </p:spPr>
      </p:sp>
      <p:sp>
        <p:nvSpPr>
          <p:cNvPr id="10" name="paper-orbit-node">
            <a:extLst xmlns:a="http://schemas.openxmlformats.org/drawingml/2006/main">
              <a:ext uri="{FF2B5EF4-FFF2-40B4-BE49-F238E27FC236}">
                <a16:creationId xmlns:a16="http://schemas.microsoft.com/office/drawing/2014/main" id="{1F7C1507-101C-482C-8597-2889F985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333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57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7A281-82C2-4278-8FC4-E5F30F6C1F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c40542ae24103">
            <a:extLst>
              <a:ext uri="{96DAC541-7B7A-43D3-8B79-37D633B846F1}">
                <asvg:svgBlip xmlns:asvg="http://schemas.microsoft.com/office/drawing/2016/SVG/main" r:embed="R29b17dcc211049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8900" y="2705100"/>
            <a:ext cx="1028700" cy="600075"/>
          </a:xfrm>
          <a:prstGeom xmlns:a="http://schemas.openxmlformats.org/drawingml/2006/main" prst="rect">
            <a:avLst/>
          </a:prstGeom>
        </p:spPr>
      </p:pic>
      <p:sp>
        <p:nvSpPr>
          <p:cNvPr id="12" name="narez-wordmark-front-paper">
            <a:extLst xmlns:a="http://schemas.openxmlformats.org/drawingml/2006/main">
              <a:ext uri="{FF2B5EF4-FFF2-40B4-BE49-F238E27FC236}">
                <a16:creationId xmlns:a16="http://schemas.microsoft.com/office/drawing/2014/main" id="{4B897A8B-0EAD-454F-8E63-843B3B4A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NAREZ</a:t>
            </a:r>
          </a:p>
        </p:txBody>
      </p:sp>
      <p:sp>
        <p:nvSpPr>
          <p:cNvPr id="13" name="tagline-front-paper">
            <a:extLst xmlns:a="http://schemas.openxmlformats.org/drawingml/2006/main">
              <a:ext uri="{FF2B5EF4-FFF2-40B4-BE49-F238E27FC236}">
                <a16:creationId xmlns:a16="http://schemas.microsoft.com/office/drawing/2014/main" id="{6C6C44CD-3F1E-49AA-9A8B-CCCBBA7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96578"/>
                </a:solidFill>
                <a:latin typeface="Arial"/>
                <a:ea typeface="Arial"/>
                <a:cs typeface="Arial"/>
              </a:rPr>
              <a:t>Soluciones digitales con IA</a:t>
            </a:r>
          </a:p>
        </p:txBody>
      </p:sp>
      <p:sp>
        <p:nvSpPr>
          <p:cNvPr id="14" name="back-card-paper">
            <a:extLst xmlns:a="http://schemas.openxmlformats.org/drawingml/2006/main">
              <a:ext uri="{FF2B5EF4-FFF2-40B4-BE49-F238E27FC236}">
                <a16:creationId xmlns:a16="http://schemas.microsoft.com/office/drawing/2014/main" id="{C1DAFEE7-1746-489D-9014-37158856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953000" cy="2781300"/>
          </a:xfrm>
          <a:prstGeom xmlns:a="http://schemas.openxmlformats.org/drawingml/2006/main" prst="roundRect">
            <a:avLst>
              <a:gd name="adj" fmla="val 4452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B66DE-8D93-4513-95B4-82C9FB0EDA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c349bef934b08">
            <a:extLst>
              <a:ext uri="{96DAC541-7B7A-43D3-8B79-37D633B846F1}">
                <asvg:svgBlip xmlns:asvg="http://schemas.microsoft.com/office/drawing/2016/SVG/main" r:embed="Ra44681d7d0cc44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8950" y="2486025"/>
            <a:ext cx="514350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narez-wordmark-back">
            <a:extLst xmlns:a="http://schemas.openxmlformats.org/drawingml/2006/main">
              <a:ext uri="{FF2B5EF4-FFF2-40B4-BE49-F238E27FC236}">
                <a16:creationId xmlns:a16="http://schemas.microsoft.com/office/drawing/2014/main" id="{61A28C99-6EE2-4CFF-AD8A-4AA1E624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95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5F3"/>
                </a:solidFill>
                <a:latin typeface="Arial"/>
                <a:ea typeface="Arial"/>
                <a:cs typeface="Arial"/>
              </a:rPr>
              <a:t>NAREZ</a:t>
            </a:r>
          </a:p>
        </p:txBody>
      </p:sp>
      <p:sp>
        <p:nvSpPr>
          <p:cNvPr id="17" name="contact-rule">
            <a:extLst xmlns:a="http://schemas.openxmlformats.org/drawingml/2006/main">
              <a:ext uri="{FF2B5EF4-FFF2-40B4-BE49-F238E27FC236}">
                <a16:creationId xmlns:a16="http://schemas.microsoft.com/office/drawing/2014/main" id="{820D8455-D874-47CA-BEA3-B1B70FE0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95600"/>
            <a:ext cx="441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5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act-label-0">
            <a:extLst xmlns:a="http://schemas.openxmlformats.org/drawingml/2006/main">
              <a:ext uri="{FF2B5EF4-FFF2-40B4-BE49-F238E27FC236}">
                <a16:creationId xmlns:a16="http://schemas.microsoft.com/office/drawing/2014/main" id="{FFC2BE83-8E0F-44D5-BA8A-DF08D9EC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0CA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19" name="contact-value-0">
            <a:extLst xmlns:a="http://schemas.openxmlformats.org/drawingml/2006/main">
              <a:ext uri="{FF2B5EF4-FFF2-40B4-BE49-F238E27FC236}">
                <a16:creationId xmlns:a16="http://schemas.microsoft.com/office/drawing/2014/main" id="{B337DD9C-C890-47A1-9E1D-C4C2F84E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7182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5F3"/>
                </a:solidFill>
                <a:latin typeface="Arial"/>
                <a:ea typeface="Arial"/>
                <a:cs typeface="Arial"/>
              </a:rPr>
              <a:t>narez.pe</a:t>
            </a:r>
          </a:p>
        </p:txBody>
      </p:sp>
      <p:sp>
        <p:nvSpPr>
          <p:cNvPr id="20" name="contact-label-1">
            <a:extLst xmlns:a="http://schemas.openxmlformats.org/drawingml/2006/main">
              <a:ext uri="{FF2B5EF4-FFF2-40B4-BE49-F238E27FC236}">
                <a16:creationId xmlns:a16="http://schemas.microsoft.com/office/drawing/2014/main" id="{84CBCA8F-90EF-45AA-B281-1C2ACDB3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0CA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21" name="contact-value-1">
            <a:extLst xmlns:a="http://schemas.openxmlformats.org/drawingml/2006/main">
              <a:ext uri="{FF2B5EF4-FFF2-40B4-BE49-F238E27FC236}">
                <a16:creationId xmlns:a16="http://schemas.microsoft.com/office/drawing/2014/main" id="{0B0FB8CF-E20A-45A1-B5BD-DFD196F0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480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5F5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3"/>
                </a:solidFill>
                <a:latin typeface="Arial"/>
                <a:ea typeface="Arial"/>
                <a:cs typeface="Arial"/>
              </a:rPr>
              <a:t>+51 907 896 723</a:t>
            </a:r>
          </a:p>
        </p:txBody>
      </p:sp>
      <p:sp>
        <p:nvSpPr>
          <p:cNvPr id="22" name="contact-label-2">
            <a:extLst xmlns:a="http://schemas.openxmlformats.org/drawingml/2006/main">
              <a:ext uri="{FF2B5EF4-FFF2-40B4-BE49-F238E27FC236}">
                <a16:creationId xmlns:a16="http://schemas.microsoft.com/office/drawing/2014/main" id="{8B826B3C-9616-4D4E-97C6-8FC75358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3385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C0CA"/>
                </a:solidFill>
                <a:latin typeface="Arial"/>
                <a:ea typeface="Arial"/>
                <a:cs typeface="Arial"/>
              </a:rPr>
              <a:t>INSTAGRAM</a:t>
            </a:r>
          </a:p>
        </p:txBody>
      </p:sp>
      <p:sp>
        <p:nvSpPr>
          <p:cNvPr id="23" name="contact-value-2">
            <a:extLst xmlns:a="http://schemas.openxmlformats.org/drawingml/2006/main">
              <a:ext uri="{FF2B5EF4-FFF2-40B4-BE49-F238E27FC236}">
                <a16:creationId xmlns:a16="http://schemas.microsoft.com/office/drawing/2014/main" id="{E6FF88EA-8BC0-43B4-AF67-E1F40A4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2432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5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5F3"/>
                </a:solidFill>
                <a:latin typeface="Arial"/>
                <a:ea typeface="Arial"/>
                <a:cs typeface="Arial"/>
              </a:rPr>
              <a:t>@narez.pe</a:t>
            </a:r>
          </a:p>
        </p:txBody>
      </p:sp>
      <p:sp>
        <p:nvSpPr>
          <p:cNvPr id="24" name="tagline-back">
            <a:extLst xmlns:a="http://schemas.openxmlformats.org/drawingml/2006/main">
              <a:ext uri="{FF2B5EF4-FFF2-40B4-BE49-F238E27FC236}">
                <a16:creationId xmlns:a16="http://schemas.microsoft.com/office/drawing/2014/main" id="{0EA9E375-4AE5-43C9-B0FC-3294A914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95825"/>
            <a:ext cx="441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B7C2C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7C2C9"/>
                </a:solidFill>
                <a:latin typeface="Arial"/>
                <a:ea typeface="Arial"/>
                <a:cs typeface="Arial"/>
              </a:rPr>
              <a:t>Soluciones digitales con IA</a:t>
            </a:r>
          </a:p>
        </p:txBody>
      </p:sp>
    </p:spTree>
    <p:extLst>
      <p:ext uri="{BB962C8B-B14F-4D97-AF65-F5344CB8AC3E}">
        <p14:creationId xmlns:p14="http://schemas.microsoft.com/office/powerpoint/2010/main" val="7907582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EC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-kicker">
            <a:extLst xmlns:a="http://schemas.openxmlformats.org/drawingml/2006/main">
              <a:ext uri="{FF2B5EF4-FFF2-40B4-BE49-F238E27FC236}">
                <a16:creationId xmlns:a16="http://schemas.microsoft.com/office/drawing/2014/main" id="{98CF4ED9-D34E-405F-934A-A71D32EE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96578"/>
                </a:solidFill>
                <a:latin typeface="Arial"/>
                <a:ea typeface="Arial"/>
                <a:cs typeface="Arial"/>
              </a:rPr>
              <a:t>NAREZ  /  TARJETAS DE CONTACTO</a:t>
            </a:r>
          </a:p>
        </p:txBody>
      </p:sp>
      <p:sp>
        <p:nvSpPr>
          <p:cNvPr id="2" name="option-index">
            <a:extLst xmlns:a="http://schemas.openxmlformats.org/drawingml/2006/main">
              <a:ext uri="{FF2B5EF4-FFF2-40B4-BE49-F238E27FC236}">
                <a16:creationId xmlns:a16="http://schemas.microsoft.com/office/drawing/2014/main" id="{EA9CB843-24CE-4193-BC33-411B19FE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178"/>
                </a:solidFill>
                <a:latin typeface="Arial"/>
                <a:ea typeface="Arial"/>
                <a:cs typeface="Arial"/>
              </a:rPr>
              <a:t>03  /  03</a:t>
            </a:r>
          </a:p>
        </p:txBody>
      </p:sp>
      <p:sp>
        <p:nvSpPr>
          <p:cNvPr id="3" name="option-title">
            <a:extLst xmlns:a="http://schemas.openxmlformats.org/drawingml/2006/main">
              <a:ext uri="{FF2B5EF4-FFF2-40B4-BE49-F238E27FC236}">
                <a16:creationId xmlns:a16="http://schemas.microsoft.com/office/drawing/2014/main" id="{E1B745CA-39E8-482E-A196-3AF89421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Órbita</a:t>
            </a:r>
          </a:p>
        </p:txBody>
      </p:sp>
      <p:sp>
        <p:nvSpPr>
          <p:cNvPr id="4" name="option-description">
            <a:extLst xmlns:a="http://schemas.openxmlformats.org/drawingml/2006/main">
              <a:ext uri="{FF2B5EF4-FFF2-40B4-BE49-F238E27FC236}">
                <a16:creationId xmlns:a16="http://schemas.microsoft.com/office/drawing/2014/main" id="{CBA83A1A-AFD1-4AED-8B84-ACF02F0D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178"/>
                </a:solidFill>
                <a:latin typeface="Arial"/>
                <a:ea typeface="Arial"/>
                <a:cs typeface="Arial"/>
              </a:rPr>
              <a:t>Una curva azul grisácea recorre ambas caras y conecta con el lenguaje del sitio.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9323574-AB91-4252-A7CB-C249882B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ront-label">
            <a:extLst xmlns:a="http://schemas.openxmlformats.org/drawingml/2006/main">
              <a:ext uri="{FF2B5EF4-FFF2-40B4-BE49-F238E27FC236}">
                <a16:creationId xmlns:a16="http://schemas.microsoft.com/office/drawing/2014/main" id="{8BB9112B-1B76-48AC-9CE6-9324F43A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178"/>
                </a:solidFill>
                <a:latin typeface="Arial"/>
                <a:ea typeface="Arial"/>
                <a:cs typeface="Arial"/>
              </a:rPr>
              <a:t>FRENTE</a:t>
            </a:r>
          </a:p>
        </p:txBody>
      </p:sp>
      <p:sp>
        <p:nvSpPr>
          <p:cNvPr id="7" name="back-label">
            <a:extLst xmlns:a="http://schemas.openxmlformats.org/drawingml/2006/main">
              <a:ext uri="{FF2B5EF4-FFF2-40B4-BE49-F238E27FC236}">
                <a16:creationId xmlns:a16="http://schemas.microsoft.com/office/drawing/2014/main" id="{07A2162B-3CE3-4835-95DF-9B2CBCCE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571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178"/>
                </a:solidFill>
                <a:latin typeface="Arial"/>
                <a:ea typeface="Arial"/>
                <a:cs typeface="Arial"/>
              </a:rPr>
              <a:t>REVERSO</a:t>
            </a:r>
          </a:p>
        </p:txBody>
      </p:sp>
      <p:sp>
        <p:nvSpPr>
          <p:cNvPr id="8" name="front-card-orbita">
            <a:extLst xmlns:a="http://schemas.openxmlformats.org/drawingml/2006/main">
              <a:ext uri="{FF2B5EF4-FFF2-40B4-BE49-F238E27FC236}">
                <a16:creationId xmlns:a16="http://schemas.microsoft.com/office/drawing/2014/main" id="{A4BFA942-D4A9-44B2-BA39-80CE12BE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781300"/>
          </a:xfrm>
          <a:prstGeom xmlns:a="http://schemas.openxmlformats.org/drawingml/2006/main" prst="roundRect">
            <a:avLst>
              <a:gd name="adj" fmla="val 4452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orbita-front-dark-field">
            <a:extLst xmlns:a="http://schemas.openxmlformats.org/drawingml/2006/main">
              <a:ext uri="{FF2B5EF4-FFF2-40B4-BE49-F238E27FC236}">
                <a16:creationId xmlns:a16="http://schemas.microsoft.com/office/drawing/2014/main" id="{85B76B2D-E625-4B9F-9F9F-79922A88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781300"/>
          </a:xfrm>
          <a:custGeom xmlns:a="http://schemas.openxmlformats.org/drawingml/2006/main">
            <a:pathLst>
              <a:path w="4953000" h="2781300">
                <a:moveTo>
                  <a:pt x="3676650" y="114300"/>
                </a:moveTo>
                <a:lnTo>
                  <a:pt x="4838700" y="114300"/>
                </a:lnTo>
                <a:lnTo>
                  <a:pt x="4838700" y="2667000"/>
                </a:lnTo>
                <a:lnTo>
                  <a:pt x="2781300" y="2667000"/>
                </a:lnTo>
                <a:cubicBezTo>
                  <a:pt x="3333750" y="2247900"/>
                  <a:pt x="3752850" y="1219200"/>
                  <a:pt x="3676650" y="114300"/>
                </a:cubicBezTo>
                <a:close/>
              </a:path>
            </a:pathLst>
          </a:cu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rbita-front-line">
            <a:extLst xmlns:a="http://schemas.openxmlformats.org/drawingml/2006/main">
              <a:ext uri="{FF2B5EF4-FFF2-40B4-BE49-F238E27FC236}">
                <a16:creationId xmlns:a16="http://schemas.microsoft.com/office/drawing/2014/main" id="{ED5C2A5C-5AB7-435A-BFA5-32149250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781300"/>
          </a:xfrm>
          <a:custGeom xmlns:a="http://schemas.openxmlformats.org/drawingml/2006/main">
            <a:pathLst>
              <a:path w="4953000" h="2781300">
                <a:moveTo>
                  <a:pt x="3009900" y="2676525"/>
                </a:moveTo>
                <a:cubicBezTo>
                  <a:pt x="3714750" y="2190750"/>
                  <a:pt x="4333875" y="1476375"/>
                  <a:pt x="4905375" y="3238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496578"/>
            </a:solidFill>
            <a:prstDash val="solid"/>
          </a:ln>
        </p:spPr>
      </p:sp>
      <p:sp>
        <p:nvSpPr>
          <p:cNvPr id="11" name="orbita-front-node">
            <a:extLst xmlns:a="http://schemas.openxmlformats.org/drawingml/2006/main">
              <a:ext uri="{FF2B5EF4-FFF2-40B4-BE49-F238E27FC236}">
                <a16:creationId xmlns:a16="http://schemas.microsoft.com/office/drawing/2014/main" id="{FEFF9FF9-3906-4A8C-B3F7-39292D2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386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57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A6442-1893-43B2-B142-7E1728AE57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76e9f858a4cec">
            <a:extLst>
              <a:ext uri="{96DAC541-7B7A-43D3-8B79-37D633B846F1}">
                <asvg:svgBlip xmlns:asvg="http://schemas.microsoft.com/office/drawing/2016/SVG/main" r:embed="R83eccbdb3a8d43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2933700"/>
            <a:ext cx="885825" cy="523875"/>
          </a:xfrm>
          <a:prstGeom xmlns:a="http://schemas.openxmlformats.org/drawingml/2006/main" prst="rect">
            <a:avLst/>
          </a:prstGeom>
        </p:spPr>
      </p:pic>
      <p:sp>
        <p:nvSpPr>
          <p:cNvPr id="13" name="narez-wordmark-front-orbita">
            <a:extLst xmlns:a="http://schemas.openxmlformats.org/drawingml/2006/main">
              <a:ext uri="{FF2B5EF4-FFF2-40B4-BE49-F238E27FC236}">
                <a16:creationId xmlns:a16="http://schemas.microsoft.com/office/drawing/2014/main" id="{6B99C65C-4F61-4242-A57E-2F4AA835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09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NAREZ</a:t>
            </a:r>
          </a:p>
        </p:txBody>
      </p:sp>
      <p:sp>
        <p:nvSpPr>
          <p:cNvPr id="14" name="tagline-front-orbita">
            <a:extLst xmlns:a="http://schemas.openxmlformats.org/drawingml/2006/main">
              <a:ext uri="{FF2B5EF4-FFF2-40B4-BE49-F238E27FC236}">
                <a16:creationId xmlns:a16="http://schemas.microsoft.com/office/drawing/2014/main" id="{39C9EF34-DBC9-48AB-939D-A400B6B5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96578"/>
                </a:solidFill>
                <a:latin typeface="Arial"/>
                <a:ea typeface="Arial"/>
                <a:cs typeface="Arial"/>
              </a:rPr>
              <a:t>Soluciones digitales con IA</a:t>
            </a:r>
          </a:p>
        </p:txBody>
      </p:sp>
      <p:sp>
        <p:nvSpPr>
          <p:cNvPr id="15" name="back-card-orbita">
            <a:extLst xmlns:a="http://schemas.openxmlformats.org/drawingml/2006/main">
              <a:ext uri="{FF2B5EF4-FFF2-40B4-BE49-F238E27FC236}">
                <a16:creationId xmlns:a16="http://schemas.microsoft.com/office/drawing/2014/main" id="{B873D6FA-21F9-4F1A-AD54-2E57A7C5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953000" cy="2781300"/>
          </a:xfrm>
          <a:prstGeom xmlns:a="http://schemas.openxmlformats.org/drawingml/2006/main" prst="roundRect">
            <a:avLst>
              <a:gd name="adj" fmla="val 4452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orbita-back-dark-field">
            <a:extLst xmlns:a="http://schemas.openxmlformats.org/drawingml/2006/main">
              <a:ext uri="{FF2B5EF4-FFF2-40B4-BE49-F238E27FC236}">
                <a16:creationId xmlns:a16="http://schemas.microsoft.com/office/drawing/2014/main" id="{B0FEF50F-8D97-4D1B-93AD-CD873F68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953000" cy="2781300"/>
          </a:xfrm>
          <a:custGeom xmlns:a="http://schemas.openxmlformats.org/drawingml/2006/main">
            <a:pathLst>
              <a:path w="4953000" h="2781300">
                <a:moveTo>
                  <a:pt x="4095750" y="114300"/>
                </a:moveTo>
                <a:lnTo>
                  <a:pt x="4838700" y="114300"/>
                </a:lnTo>
                <a:lnTo>
                  <a:pt x="4838700" y="2667000"/>
                </a:lnTo>
                <a:lnTo>
                  <a:pt x="3743325" y="2667000"/>
                </a:lnTo>
                <a:cubicBezTo>
                  <a:pt x="4333875" y="2200275"/>
                  <a:pt x="4438650" y="1104900"/>
                  <a:pt x="4095750" y="114300"/>
                </a:cubicBezTo>
                <a:close/>
              </a:path>
            </a:pathLst>
          </a:cu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rbita-back-line">
            <a:extLst xmlns:a="http://schemas.openxmlformats.org/drawingml/2006/main">
              <a:ext uri="{FF2B5EF4-FFF2-40B4-BE49-F238E27FC236}">
                <a16:creationId xmlns:a16="http://schemas.microsoft.com/office/drawing/2014/main" id="{BB56B5EF-7389-4A2F-AB41-225544B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953000" cy="2781300"/>
          </a:xfrm>
          <a:custGeom xmlns:a="http://schemas.openxmlformats.org/drawingml/2006/main">
            <a:pathLst>
              <a:path w="4953000" h="2781300">
                <a:moveTo>
                  <a:pt x="3667125" y="2724150"/>
                </a:moveTo>
                <a:cubicBezTo>
                  <a:pt x="4162425" y="2266950"/>
                  <a:pt x="4591050" y="1543050"/>
                  <a:pt x="4924425" y="3048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496578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F9CFD-3DCD-40A9-B582-1B6AECDB6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4ba045e2c4222">
            <a:extLst>
              <a:ext uri="{96DAC541-7B7A-43D3-8B79-37D633B846F1}">
                <asvg:svgBlip xmlns:asvg="http://schemas.microsoft.com/office/drawing/2016/SVG/main" r:embed="R90d052d39c554b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8950" y="2466975"/>
            <a:ext cx="476250" cy="285750"/>
          </a:xfrm>
          <a:prstGeom xmlns:a="http://schemas.openxmlformats.org/drawingml/2006/main" prst="rect">
            <a:avLst/>
          </a:prstGeom>
        </p:spPr>
      </p:pic>
      <p:sp>
        <p:nvSpPr>
          <p:cNvPr id="19" name="narez-wordmark-back-orbita">
            <a:extLst xmlns:a="http://schemas.openxmlformats.org/drawingml/2006/main">
              <a:ext uri="{FF2B5EF4-FFF2-40B4-BE49-F238E27FC236}">
                <a16:creationId xmlns:a16="http://schemas.microsoft.com/office/drawing/2014/main" id="{77FD0384-49A1-4CCB-838A-B4621695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NAREZ</a:t>
            </a:r>
          </a:p>
        </p:txBody>
      </p:sp>
      <p:sp>
        <p:nvSpPr>
          <p:cNvPr id="20" name="orbita-back-divider">
            <a:extLst xmlns:a="http://schemas.openxmlformats.org/drawingml/2006/main">
              <a:ext uri="{FF2B5EF4-FFF2-40B4-BE49-F238E27FC236}">
                <a16:creationId xmlns:a16="http://schemas.microsoft.com/office/drawing/2014/main" id="{878CA092-EEB4-4DD6-BE41-50C898A6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309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rbita-label-web">
            <a:extLst xmlns:a="http://schemas.openxmlformats.org/drawingml/2006/main">
              <a:ext uri="{FF2B5EF4-FFF2-40B4-BE49-F238E27FC236}">
                <a16:creationId xmlns:a16="http://schemas.microsoft.com/office/drawing/2014/main" id="{C34B5F1C-D389-47F4-8B3B-CE760814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480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96578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22" name="orbita-value-web">
            <a:extLst xmlns:a="http://schemas.openxmlformats.org/drawingml/2006/main">
              <a:ext uri="{FF2B5EF4-FFF2-40B4-BE49-F238E27FC236}">
                <a16:creationId xmlns:a16="http://schemas.microsoft.com/office/drawing/2014/main" id="{27BCD49D-95AD-4F55-80B1-BA0F7BB6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narez.pe</a:t>
            </a:r>
          </a:p>
        </p:txBody>
      </p:sp>
      <p:sp>
        <p:nvSpPr>
          <p:cNvPr id="23" name="orbita-label-phone">
            <a:extLst xmlns:a="http://schemas.openxmlformats.org/drawingml/2006/main">
              <a:ext uri="{FF2B5EF4-FFF2-40B4-BE49-F238E27FC236}">
                <a16:creationId xmlns:a16="http://schemas.microsoft.com/office/drawing/2014/main" id="{57CF51FD-F2E7-444F-9365-40B2FA70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90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96578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24" name="orbita-value-phone">
            <a:extLst xmlns:a="http://schemas.openxmlformats.org/drawingml/2006/main">
              <a:ext uri="{FF2B5EF4-FFF2-40B4-BE49-F238E27FC236}">
                <a16:creationId xmlns:a16="http://schemas.microsoft.com/office/drawing/2014/main" id="{50C1F230-4D56-4375-919F-66714EFA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81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+51 907 896 723</a:t>
            </a:r>
          </a:p>
        </p:txBody>
      </p:sp>
      <p:sp>
        <p:nvSpPr>
          <p:cNvPr id="25" name="orbita-label-instagram">
            <a:extLst xmlns:a="http://schemas.openxmlformats.org/drawingml/2006/main">
              <a:ext uri="{FF2B5EF4-FFF2-40B4-BE49-F238E27FC236}">
                <a16:creationId xmlns:a16="http://schemas.microsoft.com/office/drawing/2014/main" id="{C04EF455-01CA-4E07-BDDB-FD371538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338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4965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96578"/>
                </a:solidFill>
                <a:latin typeface="Arial"/>
                <a:ea typeface="Arial"/>
                <a:cs typeface="Arial"/>
              </a:rPr>
              <a:t>INSTAGRAM</a:t>
            </a:r>
          </a:p>
        </p:txBody>
      </p:sp>
      <p:sp>
        <p:nvSpPr>
          <p:cNvPr id="26" name="orbita-value-instagram">
            <a:extLst xmlns:a="http://schemas.openxmlformats.org/drawingml/2006/main">
              <a:ext uri="{FF2B5EF4-FFF2-40B4-BE49-F238E27FC236}">
                <a16:creationId xmlns:a16="http://schemas.microsoft.com/office/drawing/2014/main" id="{7371DB57-A07A-49B9-BF39-5103A96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243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@narez.pe</a:t>
            </a:r>
          </a:p>
        </p:txBody>
      </p:sp>
    </p:spTree>
    <p:extLst>
      <p:ext uri="{BB962C8B-B14F-4D97-AF65-F5344CB8AC3E}">
        <p14:creationId xmlns:p14="http://schemas.microsoft.com/office/powerpoint/2010/main" val="1911694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2026-10-26T22:43:27.0410000Z</dcterms:created>
  <dcterms:modified xsi:type="dcterms:W3CDTF">2026-10-26T22:43:27.0410000Z</dcterms:modified>
</coreProperties>
</file>